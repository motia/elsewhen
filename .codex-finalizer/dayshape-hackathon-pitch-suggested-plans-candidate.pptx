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331f306b494104" /><Relationship Type="http://schemas.openxmlformats.org/officeDocument/2006/relationships/extended-properties" Target="/docProps/app.xml" Id="R06b49d1583554a1e" /><Relationship Type="http://schemas.openxmlformats.org/officeDocument/2006/relationships/officeDocument" Target="/ppt/presentation.xml" Id="R7d329443af3a4c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73797c0b6347e8"/>
  </p:sldMasterIdLst>
  <p:notesMasterIdLst>
    <p:notesMasterId xmlns:r="http://schemas.openxmlformats.org/officeDocument/2006/relationships" r:id="R80e28b1e88484e40"/>
  </p:notesMasterIdLst>
  <p:sldIdLst>
    <p:sldId xmlns:r="http://schemas.openxmlformats.org/officeDocument/2006/relationships" id="256" r:id="Rab54c71180b94485"/>
    <p:sldId xmlns:r="http://schemas.openxmlformats.org/officeDocument/2006/relationships" id="257" r:id="R712f5bea9c814c3e"/>
    <p:sldId xmlns:r="http://schemas.openxmlformats.org/officeDocument/2006/relationships" id="258" r:id="R30b2be32877b47a7"/>
    <p:sldId xmlns:r="http://schemas.openxmlformats.org/officeDocument/2006/relationships" id="259" r:id="R94d96dd30e0d48e4"/>
    <p:sldId xmlns:r="http://schemas.openxmlformats.org/officeDocument/2006/relationships" id="260" r:id="R20dd0873f7074da5"/>
    <p:sldId xmlns:r="http://schemas.openxmlformats.org/officeDocument/2006/relationships" id="261" r:id="R7e14d48b956441ac"/>
    <p:sldId xmlns:r="http://schemas.openxmlformats.org/officeDocument/2006/relationships" id="262" r:id="Rdec20db566984d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1f72a7bd1c4d1b" /><Relationship Type="http://schemas.openxmlformats.org/officeDocument/2006/relationships/slideMaster" Target="/ppt/slideMasters/slideMaster1.xml" Id="Rb573797c0b6347e8" /><Relationship Type="http://schemas.openxmlformats.org/officeDocument/2006/relationships/notesMaster" Target="/ppt/notesMasters/notesMaster1.xml" Id="R80e28b1e88484e40" /><Relationship Type="http://schemas.openxmlformats.org/officeDocument/2006/relationships/presProps" Target="/ppt/presProps.xml" Id="Rc380566e75294030" /><Relationship Type="http://schemas.openxmlformats.org/officeDocument/2006/relationships/tableStyles" Target="/ppt/tableStyles.xml" Id="R1b606ca8c0134cbc" /><Relationship Type="http://schemas.openxmlformats.org/officeDocument/2006/relationships/slide" Target="/ppt/slides/slide1.xml" Id="Rab54c71180b94485" /><Relationship Type="http://schemas.openxmlformats.org/officeDocument/2006/relationships/slide" Target="/ppt/slides/slide2.xml" Id="R712f5bea9c814c3e" /><Relationship Type="http://schemas.openxmlformats.org/officeDocument/2006/relationships/slide" Target="/ppt/slides/slide3.xml" Id="R30b2be32877b47a7" /><Relationship Type="http://schemas.openxmlformats.org/officeDocument/2006/relationships/slide" Target="/ppt/slides/slide4.xml" Id="R94d96dd30e0d48e4" /><Relationship Type="http://schemas.openxmlformats.org/officeDocument/2006/relationships/slide" Target="/ppt/slides/slide5.xml" Id="R20dd0873f7074da5" /><Relationship Type="http://schemas.openxmlformats.org/officeDocument/2006/relationships/slide" Target="/ppt/slides/slide6.xml" Id="R7e14d48b956441ac" /><Relationship Type="http://schemas.openxmlformats.org/officeDocument/2006/relationships/slide" Target="/ppt/slides/slide7.xml" Id="Rdec20db566984d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868109f44a49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34fdf643814ed4" /><Relationship Type="http://schemas.openxmlformats.org/officeDocument/2006/relationships/notesMaster" Target="/ppt/notesMasters/notesMaster1.xml" Id="R1234cea4e50140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4931929409462e" /><Relationship Type="http://schemas.openxmlformats.org/officeDocument/2006/relationships/notesMaster" Target="/ppt/notesMasters/notesMaster1.xml" Id="Ra7a14d5b558f42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ced567f8344b6c" /><Relationship Type="http://schemas.openxmlformats.org/officeDocument/2006/relationships/notesMaster" Target="/ppt/notesMasters/notesMaster1.xml" Id="R6906a650182d46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5316f275da4ccf" /><Relationship Type="http://schemas.openxmlformats.org/officeDocument/2006/relationships/notesMaster" Target="/ppt/notesMasters/notesMaster1.xml" Id="Rd8b4f5d33a774c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df73c41b724b9d" /><Relationship Type="http://schemas.openxmlformats.org/officeDocument/2006/relationships/notesMaster" Target="/ppt/notesMasters/notesMaster1.xml" Id="Rb106c4fe16a04f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dc077f343a4dbe" /><Relationship Type="http://schemas.openxmlformats.org/officeDocument/2006/relationships/notesMaster" Target="/ppt/notesMasters/notesMaster1.xml" Id="R5c17fbdf216a42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d6f411830f4344" /><Relationship Type="http://schemas.openxmlformats.org/officeDocument/2006/relationships/notesMaster" Target="/ppt/notesMasters/notesMaster1.xml" Id="R259cfd7ff08146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outcome. DayShape helps people use free time in ways that feel meaningful, without turning planning into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planning tools stop at availability. An empty evening is not the same as a clear decision. DayShape starts with what the person needs right now.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interaction. It avoids a long questionnaire and gives users a direct way to describe their current state. Mention the two axes: want and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preferences, DayShape checks the practical boundary: time. The calendar view makes the recommendation window transparent and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brief in the live pitch. We search for event options, use AI-assisted matching, and filter against availability. The user sees what the product is doing.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Play the 59-second DayShape demo here. Let the results screen breathe, then transition to the final plan. Keep the phone on silent and use its speaker notes only as a timing cue.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choice, not a fixed itinerary. DayShape offers a short set of suggested plans that already fit the person’s mood, availability, and location. The user keeps control by choosing the option that feels right. Invite questions after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b19d189c343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94e2ed8b35458f" /><Relationship Type="http://schemas.openxmlformats.org/officeDocument/2006/relationships/slideLayout" Target="/ppt/slideLayouts/slideLayout1.xml" Id="R72f91161ece044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f91161ece044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583829e3d4fc9" /><Relationship Type="http://schemas.openxmlformats.org/officeDocument/2006/relationships/image" Target="/ppt/media/image.png" Id="Rf5ca3bbcfd7d46f9" /><Relationship Type="http://schemas.openxmlformats.org/officeDocument/2006/relationships/notesSlide" Target="/ppt/notesSlides/notesSlide1.xml" Id="R86a42e95b1c746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918d6fa4c4f90" /><Relationship Type="http://schemas.openxmlformats.org/officeDocument/2006/relationships/image" Target="/ppt/media/image2.png" Id="R3a8acbcd16764295" /><Relationship Type="http://schemas.openxmlformats.org/officeDocument/2006/relationships/notesSlide" Target="/ppt/notesSlides/notesSlide2.xml" Id="R4a83be97f4ee48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4fff98d5f403c" /><Relationship Type="http://schemas.openxmlformats.org/officeDocument/2006/relationships/image" Target="/ppt/media/image3.png" Id="Raa3740ad83074668" /><Relationship Type="http://schemas.openxmlformats.org/officeDocument/2006/relationships/notesSlide" Target="/ppt/notesSlides/notesSlide3.xml" Id="R0ed6db1c1fab43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b8c361ea347a2" /><Relationship Type="http://schemas.openxmlformats.org/officeDocument/2006/relationships/image" Target="/ppt/media/image4.png" Id="Rb997ab8f78694319" /><Relationship Type="http://schemas.openxmlformats.org/officeDocument/2006/relationships/notesSlide" Target="/ppt/notesSlides/notesSlide4.xml" Id="R9eb8a69a2ad040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c97a1d6f942f3" /><Relationship Type="http://schemas.openxmlformats.org/officeDocument/2006/relationships/image" Target="/ppt/media/image5.png" Id="R35fd61c202b54b76" /><Relationship Type="http://schemas.openxmlformats.org/officeDocument/2006/relationships/notesSlide" Target="/ppt/notesSlides/notesSlide5.xml" Id="Rf2cf824283864d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3bfe330574b34" /><Relationship Type="http://schemas.openxmlformats.org/officeDocument/2006/relationships/image" Target="/ppt/media/image6.png" Id="Rd52aeb41a8154272" /><Relationship Type="http://schemas.openxmlformats.org/officeDocument/2006/relationships/notesSlide" Target="/ppt/notesSlides/notesSlide6.xml" Id="R18f57843c75b4e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5a83938934cf3" /><Relationship Type="http://schemas.openxmlformats.org/officeDocument/2006/relationships/image" Target="/ppt/media/image7.png" Id="R2039dff268834fe5" /><Relationship Type="http://schemas.openxmlformats.org/officeDocument/2006/relationships/notesSlide" Target="/ppt/notesSlides/notesSlide7.xml" Id="R13bbcdb671d24b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2F6C1-3B40-476E-820F-CAE1C15D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175CF-3438-4278-9053-16EDA9EC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Make free time</a:t>
            </a:r>
          </a:p>
          <a:p xmlns:a="http://schemas.openxmlformats.org/drawingml/2006/main">
            <a:pPr>
              <a:buNone/>
              <a:defRPr sz="40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feel well spent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50E7C-AAC1-4678-A242-2F5E4EA8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A calmer way to choose what to do, based on what you want and the energy you have.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CAD7D-427B-4650-BAFA-EC5C000E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Hackathon pitch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a3bbcfd7d46f9"/>
          <a:srcRect xmlns:a="http://schemas.openxmlformats.org/drawingml/2006/main" l="19289" t="0" r="192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047750"/>
            <a:ext cx="53340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</p:spTree>
    <p:extLst>
      <p:ext uri="{BB962C8B-B14F-4D97-AF65-F5344CB8AC3E}">
        <p14:creationId xmlns:p14="http://schemas.microsoft.com/office/powerpoint/2010/main" val="956100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F4E48-2870-4B3B-AA45-D97A466E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1F279-A22D-4F22-8A9B-03968EEC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A1BB2-3D86-49D5-BAF4-009EF7AB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5429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Free time creates a</a:t>
            </a:r>
          </a:p>
          <a:p xmlns:a="http://schemas.openxmlformats.org/drawingml/2006/main">
            <a:pPr>
              <a:buNone/>
              <a:defRPr sz="330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decision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27335-38E5-455F-A6A0-15DC7D9E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When the day opens up, people still need to answer three personal questions: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9DAFF-D17F-474D-B6EE-163E3E49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762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What do I actually want?</a:t>
            </a:r>
          </a:p>
          <a:p xmlns:a="http://schemas.openxmlformats.org/drawingml/2006/main">
            <a:pPr>
              <a:buNone/>
              <a:def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What do I have energy for?</a:t>
            </a:r>
          </a:p>
          <a:p xmlns:a="http://schemas.openxmlformats.org/drawingml/2006/main">
            <a:pPr>
              <a:buNone/>
              <a:def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What can fit today?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acbcd16764295"/>
          <a:srcRect xmlns:a="http://schemas.openxmlformats.org/drawingml/2006/main" l="13518" t="0" r="135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619250"/>
            <a:ext cx="4381500" cy="3095625"/>
          </a:xfrm>
          <a:prstGeom xmlns:a="http://schemas.openxmlformats.org/drawingml/2006/main" prst="roundRect">
            <a:avLst>
              <a:gd name="adj" fmla="val 369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0D4A3-CBA1-4F4F-82D8-2B69D72E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43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A calendar can show an empty slot. It cannot tell you how to spend it.</a:t>
            </a:r>
          </a:p>
        </p:txBody>
      </p:sp>
    </p:spTree>
    <p:extLst>
      <p:ext uri="{BB962C8B-B14F-4D97-AF65-F5344CB8AC3E}">
        <p14:creationId xmlns:p14="http://schemas.microsoft.com/office/powerpoint/2010/main" val="181585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1459D-94D1-4DFC-8B53-62A7DE3F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E985A-76F5-4F29-9FFB-2F23B2C5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47B80-684E-4E9D-88EA-42611684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381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The mood map makes</a:t>
            </a:r>
          </a:p>
          <a:p xmlns:a="http://schemas.openxmlformats.org/drawingml/2006/main">
            <a:pPr>
              <a:buNone/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preferences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2E1FE-BBBA-4205-9825-45658C8A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Each icon sits on two simple axes: how much the person wants it and how much capacity they have for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31AC7-F99E-4A29-A99A-B0544C2A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4429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In the demo, Focus, Novelty, Connection, and Movement all move. The selected icon updates the explanation beside it.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740ad83074668"/>
          <a:srcRect xmlns:a="http://schemas.openxmlformats.org/drawingml/2006/main" l="15259" t="0" r="15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7375" y="1104900"/>
            <a:ext cx="5905500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837220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E8ED3-76EF-495B-8E72-FDDA05F2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06555-5890-40CD-980F-1EAB3F13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93677-1F27-48BD-AAD2-F535E544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Availability adds</a:t>
            </a:r>
          </a:p>
          <a:p xmlns:a="http://schemas.openxmlformats.org/drawingml/2006/main">
            <a:pPr>
              <a:buNone/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real-world constraints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40F09-909D-4691-B12A-4C656BBB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The user chooses open time, connects a calendar if they want, and can override individual events.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F4D93-EE5B-4834-8253-98442ACB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The goal is a plan that fits the evening, not another list to browse.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7ab8f78694319"/>
          <a:srcRect xmlns:a="http://schemas.openxmlformats.org/drawingml/2006/main" l="14979" t="0" r="149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104900"/>
            <a:ext cx="5953125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1131724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21133-0B1B-46D5-B125-B07894CA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FB104-01C4-482A-B67F-62FCD7B8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0A5F-4980-473A-8EF2-079698A4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429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Matching combines</a:t>
            </a:r>
          </a:p>
          <a:p xmlns:a="http://schemas.openxmlformats.org/drawingml/2006/main">
            <a:pPr>
              <a:buNone/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context and options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DF88B-23B8-4676-B617-7CA0335B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DayShape considers mood, capacity, available time, and location before ranking local activities.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98CD8-64CB-468C-BC65-227D6B90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452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The interface makes the matching process visible, so the recommendation does not feel like a black box.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d61c202b54b76"/>
          <a:srcRect xmlns:a="http://schemas.openxmlformats.org/drawingml/2006/main" l="15259" t="0" r="15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7850" y="1104900"/>
            <a:ext cx="5905500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4468594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A978A-C465-46A3-A465-DDC0520C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6F0B5-57CC-440F-85D0-F331CEB1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04C16-8EB9-481C-B5FB-135564B3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286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Recommendations</a:t>
            </a:r>
          </a:p>
          <a:p xmlns:a="http://schemas.openxmlformats.org/drawingml/2006/main">
            <a:pPr>
              <a:buNone/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with a reason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6EBF0-0742-40EE-A7A0-7847D4DC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4429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Each pick shows time, distance, cost, tags, and a match score. The user can see why it belongs in their evening.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3B2CB-3773-4814-A7CE-BE0E7CF8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Live demo cue</a:t>
            </a:r>
          </a:p>
          <a:p xmlns:a="http://schemas.openxmlformats.org/drawingml/2006/main">
            <a:pPr>
              <a:buNone/>
              <a:def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Play the DayShape video here. It stays on each screen long enough to narrate the flow.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aeb41a8154272"/>
          <a:srcRect xmlns:a="http://schemas.openxmlformats.org/drawingml/2006/main" l="14419" t="0" r="144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104900"/>
            <a:ext cx="6048375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13181878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F0ECE-9BA0-4CE8-AD21-A2564D70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DAYSHAPE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457D7-91BD-4EA1-862C-47B216EC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B5F3D-6C99-4E95-A921-5A4934F1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5619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Suggested plans</a:t>
            </a:r>
          </a:p>
          <a:p xmlns:a="http://schemas.openxmlformats.org/drawingml/2006/main">
            <a:pPr>
              <a:buNone/>
              <a:def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1182F"/>
                </a:solidFill>
                <a:latin typeface="Bitstream Charter"/>
                <a:ea typeface="Bitstream Charter"/>
                <a:cs typeface="Bitstream Charter"/>
              </a:rPr>
              <a:t>for tonight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78173-FB39-4B96-8A22-58089145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5E6987"/>
                </a:solidFill>
                <a:latin typeface="Bitstream Charter"/>
                <a:ea typeface="Bitstream Charter"/>
                <a:cs typeface="Bitstream Charter"/>
              </a:rPr>
              <a:t>DayShape offers a few options that fit the user’s mood, available time, and location.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80F55-435D-415D-A764-120767F7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6556BA"/>
                </a:solidFill>
                <a:latin typeface="Bitstream Charter"/>
                <a:ea typeface="Bitstream Charter"/>
                <a:cs typeface="Bitstream Charter"/>
              </a:rPr>
              <a:t>Choose what feels right, then make it your plan.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9dff268834fe5"/>
          <a:srcRect xmlns:a="http://schemas.openxmlformats.org/drawingml/2006/main" l="19069" t="0" r="190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047750"/>
            <a:ext cx="5429250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</p:spTree>
    <p:extLst>
      <p:ext uri="{BB962C8B-B14F-4D97-AF65-F5344CB8AC3E}">
        <p14:creationId xmlns:p14="http://schemas.microsoft.com/office/powerpoint/2010/main" val="1313942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2026-09-10T13:05:29.3450000Z</dcterms:created>
  <dcterms:modified xsi:type="dcterms:W3CDTF">2026-09-10T13:05:29.3450000Z</dcterms:modified>
</coreProperties>
</file>