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8ab500fe4f42f4" /><Relationship Type="http://schemas.openxmlformats.org/officeDocument/2006/relationships/extended-properties" Target="/docProps/app.xml" Id="R812ee5cef09b4b74" /><Relationship Type="http://schemas.openxmlformats.org/officeDocument/2006/relationships/officeDocument" Target="/ppt/presentation.xml" Id="R393f5e8cfc494a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176fdc7a604879"/>
  </p:sldMasterIdLst>
  <p:notesMasterIdLst>
    <p:notesMasterId xmlns:r="http://schemas.openxmlformats.org/officeDocument/2006/relationships" r:id="R2eb1d36327484414"/>
  </p:notesMasterIdLst>
  <p:sldIdLst>
    <p:sldId xmlns:r="http://schemas.openxmlformats.org/officeDocument/2006/relationships" id="256" r:id="R1a8c157b7760476f"/>
    <p:sldId xmlns:r="http://schemas.openxmlformats.org/officeDocument/2006/relationships" id="257" r:id="Re9b9ce9d53f8466c"/>
    <p:sldId xmlns:r="http://schemas.openxmlformats.org/officeDocument/2006/relationships" id="258" r:id="Rb54e15d868a34641"/>
    <p:sldId xmlns:r="http://schemas.openxmlformats.org/officeDocument/2006/relationships" id="259" r:id="R5aec2d7d3f914f33"/>
    <p:sldId xmlns:r="http://schemas.openxmlformats.org/officeDocument/2006/relationships" id="260" r:id="R8c81af21ac8b40c4"/>
    <p:sldId xmlns:r="http://schemas.openxmlformats.org/officeDocument/2006/relationships" id="261" r:id="R6b64432bd37d46e8"/>
    <p:sldId xmlns:r="http://schemas.openxmlformats.org/officeDocument/2006/relationships" id="262" r:id="R1522cb30a90f44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4ad6b7e5234012" /><Relationship Type="http://schemas.openxmlformats.org/officeDocument/2006/relationships/slideMaster" Target="/ppt/slideMasters/slideMaster1.xml" Id="R6c176fdc7a604879" /><Relationship Type="http://schemas.openxmlformats.org/officeDocument/2006/relationships/notesMaster" Target="/ppt/notesMasters/notesMaster1.xml" Id="R2eb1d36327484414" /><Relationship Type="http://schemas.openxmlformats.org/officeDocument/2006/relationships/presProps" Target="/ppt/presProps.xml" Id="R47b39e9ec16e40f8" /><Relationship Type="http://schemas.openxmlformats.org/officeDocument/2006/relationships/tableStyles" Target="/ppt/tableStyles.xml" Id="Rfd452abcf9a64bc2" /><Relationship Type="http://schemas.openxmlformats.org/officeDocument/2006/relationships/slide" Target="/ppt/slides/slide1.xml" Id="R1a8c157b7760476f" /><Relationship Type="http://schemas.openxmlformats.org/officeDocument/2006/relationships/slide" Target="/ppt/slides/slide2.xml" Id="Re9b9ce9d53f8466c" /><Relationship Type="http://schemas.openxmlformats.org/officeDocument/2006/relationships/slide" Target="/ppt/slides/slide3.xml" Id="Rb54e15d868a34641" /><Relationship Type="http://schemas.openxmlformats.org/officeDocument/2006/relationships/slide" Target="/ppt/slides/slide4.xml" Id="R5aec2d7d3f914f33" /><Relationship Type="http://schemas.openxmlformats.org/officeDocument/2006/relationships/slide" Target="/ppt/slides/slide5.xml" Id="R8c81af21ac8b40c4" /><Relationship Type="http://schemas.openxmlformats.org/officeDocument/2006/relationships/slide" Target="/ppt/slides/slide6.xml" Id="R6b64432bd37d46e8" /><Relationship Type="http://schemas.openxmlformats.org/officeDocument/2006/relationships/slide" Target="/ppt/slides/slide7.xml" Id="R1522cb30a90f44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06f524206e4c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7ba672c5741c4" /><Relationship Type="http://schemas.openxmlformats.org/officeDocument/2006/relationships/notesMaster" Target="/ppt/notesMasters/notesMaster1.xml" Id="R1cf3a8c1bdcb4c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07c5b232ee4550" /><Relationship Type="http://schemas.openxmlformats.org/officeDocument/2006/relationships/notesMaster" Target="/ppt/notesMasters/notesMaster1.xml" Id="R94bfb37e9c5346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0ae07bcda24b73" /><Relationship Type="http://schemas.openxmlformats.org/officeDocument/2006/relationships/notesMaster" Target="/ppt/notesMasters/notesMaster1.xml" Id="Rcd73c8886a304f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51952a0ffb4c78" /><Relationship Type="http://schemas.openxmlformats.org/officeDocument/2006/relationships/notesMaster" Target="/ppt/notesMasters/notesMaster1.xml" Id="R931574cb554741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596d82562b4433" /><Relationship Type="http://schemas.openxmlformats.org/officeDocument/2006/relationships/notesMaster" Target="/ppt/notesMasters/notesMaster1.xml" Id="R05e238772cf74b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e8499fd64a42ab" /><Relationship Type="http://schemas.openxmlformats.org/officeDocument/2006/relationships/notesMaster" Target="/ppt/notesMasters/notesMaster1.xml" Id="R938ddb7be66b48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72b04f000847e8" /><Relationship Type="http://schemas.openxmlformats.org/officeDocument/2006/relationships/notesMaster" Target="/ppt/notesMasters/notesMaster1.xml" Id="R8930a731e85a41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outcome. DayShape helps people use free time in ways that feel meaningful, without turning planning into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planning tools stop at availability. An empty evening is not the same as a clear decision. DayShape starts with what the person needs right now.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interaction. It avoids a long questionnaire and gives users a direct way to describe their current state. Mention the two axes: want and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preferences, DayShape checks the practical boundary: time. The calendar view makes the recommendation window transparent and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brief in the live pitch. We search for event options, use AI-assisted matching, and filter against availability. The user sees what the product is doing.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Play the 59-second DayShape demo here. Let the results screen breathe, then transition to the final plan. Keep the phone on silent and use its speaker notes only as a timing cue.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outcome: a plan the person can actually follow. Invite questions after the final 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ed5d1a6824c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12fa198f424a02" /><Relationship Type="http://schemas.openxmlformats.org/officeDocument/2006/relationships/slideLayout" Target="/ppt/slideLayouts/slideLayout1.xml" Id="R9dd8e7318d8e43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d8e7318d8e43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2dc068769445f" /><Relationship Type="http://schemas.openxmlformats.org/officeDocument/2006/relationships/image" Target="/ppt/media/image.png" Id="R774263618ffd451e" /><Relationship Type="http://schemas.openxmlformats.org/officeDocument/2006/relationships/notesSlide" Target="/ppt/notesSlides/notesSlide1.xml" Id="R3d9fe9fb325a48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49b93ac48477d" /><Relationship Type="http://schemas.openxmlformats.org/officeDocument/2006/relationships/image" Target="/ppt/media/image2.png" Id="R4f09e34e97cd4f97" /><Relationship Type="http://schemas.openxmlformats.org/officeDocument/2006/relationships/notesSlide" Target="/ppt/notesSlides/notesSlide2.xml" Id="Rc5c56f7eb31448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73ee18f434653" /><Relationship Type="http://schemas.openxmlformats.org/officeDocument/2006/relationships/image" Target="/ppt/media/image3.png" Id="R0d4e01aacaec4138" /><Relationship Type="http://schemas.openxmlformats.org/officeDocument/2006/relationships/notesSlide" Target="/ppt/notesSlides/notesSlide3.xml" Id="R2faffdd8835248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61e786c664c0a" /><Relationship Type="http://schemas.openxmlformats.org/officeDocument/2006/relationships/image" Target="/ppt/media/image4.png" Id="R9a297ef66c794ad3" /><Relationship Type="http://schemas.openxmlformats.org/officeDocument/2006/relationships/notesSlide" Target="/ppt/notesSlides/notesSlide4.xml" Id="R53de3adcc54345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1c6935b674395" /><Relationship Type="http://schemas.openxmlformats.org/officeDocument/2006/relationships/image" Target="/ppt/media/image5.png" Id="R12bbf9c8263440dc" /><Relationship Type="http://schemas.openxmlformats.org/officeDocument/2006/relationships/notesSlide" Target="/ppt/notesSlides/notesSlide5.xml" Id="R04f7445edab042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ffa88904e49fb" /><Relationship Type="http://schemas.openxmlformats.org/officeDocument/2006/relationships/image" Target="/ppt/media/image6.png" Id="R395a5799366148a8" /><Relationship Type="http://schemas.openxmlformats.org/officeDocument/2006/relationships/notesSlide" Target="/ppt/notesSlides/notesSlide6.xml" Id="R63aa6e795ddc4c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8e6bffa094424" /><Relationship Type="http://schemas.openxmlformats.org/officeDocument/2006/relationships/image" Target="/ppt/media/image7.png" Id="R144bf1458a0a4e98" /><Relationship Type="http://schemas.openxmlformats.org/officeDocument/2006/relationships/notesSlide" Target="/ppt/notesSlides/notesSlide7.xml" Id="Rfb797d83181044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39772-2A7F-46B7-961B-22119AE6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B4D60-D0A1-4D91-8C33-62C6D9A5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Make free time</a:t>
            </a:r>
          </a:p>
          <a:p xmlns:a="http://schemas.openxmlformats.org/drawingml/2006/main">
            <a:pPr>
              <a:defRPr sz="40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feel well spent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4F239-5A9C-4A64-B29D-6A6B2C74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A calmer way to choose what to do, based on what you want and the energy you have.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5A0D7-048C-41AE-9E94-68F78D77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Hackathon pitch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263618ffd451e"/>
          <a:srcRect xmlns:a="http://schemas.openxmlformats.org/drawingml/2006/main" l="19289" t="0" r="192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047750"/>
            <a:ext cx="53340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</p:spTree>
    <p:extLst>
      <p:ext uri="{BB962C8B-B14F-4D97-AF65-F5344CB8AC3E}">
        <p14:creationId xmlns:p14="http://schemas.microsoft.com/office/powerpoint/2010/main" val="1507069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33C45-F678-44BC-B3ED-D3BC2C39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30F25-00DB-440D-B86C-79624BD8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976C1-95D9-4EE8-BDE5-F9E6EB8E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5429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Free time creates a</a:t>
            </a:r>
          </a:p>
          <a:p xmlns:a="http://schemas.openxmlformats.org/drawingml/2006/main">
            <a:pPr>
              <a:defRPr sz="330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decision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AB0DD-25D4-4A61-A0F7-6682C051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When the day opens up, people still need to answer three personal questions: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08945-793E-424D-813E-6B3B201D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762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What do I actually want?</a:t>
            </a:r>
          </a:p>
          <a:p xmlns:a="http://schemas.openxmlformats.org/drawingml/2006/main">
            <a:pPr>
              <a:def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What do I have energy for?</a:t>
            </a:r>
          </a:p>
          <a:p xmlns:a="http://schemas.openxmlformats.org/drawingml/2006/main">
            <a:pPr>
              <a:def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What can fit today?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9e34e97cd4f97"/>
          <a:srcRect xmlns:a="http://schemas.openxmlformats.org/drawingml/2006/main" l="13518" t="0" r="135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619250"/>
            <a:ext cx="4381500" cy="3095625"/>
          </a:xfrm>
          <a:prstGeom xmlns:a="http://schemas.openxmlformats.org/drawingml/2006/main" prst="roundRect">
            <a:avLst>
              <a:gd name="adj" fmla="val 369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A44B6-4673-4013-A38A-0F174AF5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43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A calendar can show an empty slot. It cannot tell you how to spend it.</a:t>
            </a:r>
          </a:p>
        </p:txBody>
      </p:sp>
    </p:spTree>
    <p:extLst>
      <p:ext uri="{BB962C8B-B14F-4D97-AF65-F5344CB8AC3E}">
        <p14:creationId xmlns:p14="http://schemas.microsoft.com/office/powerpoint/2010/main" val="1761327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CC5C9-6859-45CB-B677-BFB3B826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8A489-6527-4DBB-AEF3-B43C820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45A87-038B-4FE8-A590-9CDEE843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381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The mood map makes</a:t>
            </a:r>
          </a:p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preferences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AEB8A-03C6-4925-A0E6-6247B56E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Each icon sits on two simple axes: how much the person wants it and how much capacity they have for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B517B-6F38-4C0A-8D75-4102F64D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4429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In the demo, Focus, Novelty, Connection, and Movement all move. The selected icon updates the explanation beside it.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e01aacaec4138"/>
          <a:srcRect xmlns:a="http://schemas.openxmlformats.org/drawingml/2006/main" l="15259" t="0" r="15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7375" y="1104900"/>
            <a:ext cx="5905500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19270081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BE006-E5B7-4DCC-B6C5-4BA32BE2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64592-78C5-435B-9F92-E1CCC3A3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BE0A1-BA49-4D2E-935F-07A66631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Availability adds</a:t>
            </a:r>
          </a:p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real-world constraints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F5D96-2E27-47D9-9795-FEFED66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The user chooses open time, connects a calendar if they want, and can override individual events.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C15A2-7B10-452C-A664-08E8656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The goal is a plan that fits the evening, not another list to browse.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97ef66c794ad3"/>
          <a:srcRect xmlns:a="http://schemas.openxmlformats.org/drawingml/2006/main" l="14979" t="0" r="149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104900"/>
            <a:ext cx="5953125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2021323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7CB99-C709-4A1A-ABE8-E907B8F2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B64F7-4EA4-46F4-8D3D-6C84D146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17D25-D581-4E28-9139-C7CABF10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429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Matching combines</a:t>
            </a:r>
          </a:p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context and options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7926C-AB6A-491B-988A-81A38828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DayShape considers mood, capacity, available time, and location before ranking local activities.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761FB-8D61-401D-8B92-588028E8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452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The interface makes the matching process visible, so the recommendation does not feel like a black box.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bf9c8263440dc"/>
          <a:srcRect xmlns:a="http://schemas.openxmlformats.org/drawingml/2006/main" l="15259" t="0" r="15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7850" y="1104900"/>
            <a:ext cx="5905500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693195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97AAF-7D69-43C0-9B63-F86344EA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C56FE-009D-4EDC-9C09-3E4217F7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E5268-1666-4780-B968-FC93C800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286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Recommendations</a:t>
            </a:r>
          </a:p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with a reason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9B59B-B1E5-4C0A-BC37-43819DF1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429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Each pick shows time, distance, cost, tags, and a match score. The user can see why it belongs in their evening.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E7F64-6F87-4D5B-ABD9-A0CF7DA7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Live demo cue</a:t>
            </a:r>
          </a:p>
          <a:p xmlns:a="http://schemas.openxmlformats.org/drawingml/2006/main">
            <a:pPr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Play the DayShape video here. It stays on each screen long enough to narrate the flow.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a5799366148a8"/>
          <a:srcRect xmlns:a="http://schemas.openxmlformats.org/drawingml/2006/main" l="14419" t="0" r="144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104900"/>
            <a:ext cx="6048375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464078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5F16B-69C7-436F-AA6A-12CED18B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04BA3-5456-47F9-B260-C6D7528A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57A4A-B2B7-424D-BC1C-291F8590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A better answer to</a:t>
            </a:r>
          </a:p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“What should I do tonight?”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8954E-D42B-4FE7-9335-BF782F5E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DayShape turns an open slot into a plan that fits the person, the moment, and the city around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A0FBC-E416-4BE5-8174-8DC993C8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Time well spent feels different.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bf1458a0a4e98"/>
          <a:srcRect xmlns:a="http://schemas.openxmlformats.org/drawingml/2006/main" l="19069" t="0" r="190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047750"/>
            <a:ext cx="5429250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</p:spTree>
    <p:extLst>
      <p:ext uri="{BB962C8B-B14F-4D97-AF65-F5344CB8AC3E}">
        <p14:creationId xmlns:p14="http://schemas.microsoft.com/office/powerpoint/2010/main" val="260737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2026-09-10T13:01:01.9730000Z</dcterms:created>
  <dcterms:modified xsi:type="dcterms:W3CDTF">2026-09-10T13:01:01.9730000Z</dcterms:modified>
</coreProperties>
</file>