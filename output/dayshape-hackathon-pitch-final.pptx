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80c312b9341af" /><Relationship Type="http://schemas.openxmlformats.org/officeDocument/2006/relationships/extended-properties" Target="/docProps/app.xml" Id="R40ffbb55ec794ca7" /><Relationship Type="http://schemas.openxmlformats.org/officeDocument/2006/relationships/officeDocument" Target="/ppt/presentation.xml" Id="R276ae57e31fb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0045472e6e4f81"/>
  </p:sldMasterIdLst>
  <p:notesMasterIdLst>
    <p:notesMasterId xmlns:r="http://schemas.openxmlformats.org/officeDocument/2006/relationships" r:id="R96f39ac169b84280"/>
  </p:notesMasterIdLst>
  <p:sldIdLst>
    <p:sldId xmlns:r="http://schemas.openxmlformats.org/officeDocument/2006/relationships" id="256" r:id="Re77364a8b7634673"/>
    <p:sldId xmlns:r="http://schemas.openxmlformats.org/officeDocument/2006/relationships" id="257" r:id="Rb945540fd8844a79"/>
    <p:sldId xmlns:r="http://schemas.openxmlformats.org/officeDocument/2006/relationships" id="258" r:id="R4fa80074d0434983"/>
    <p:sldId xmlns:r="http://schemas.openxmlformats.org/officeDocument/2006/relationships" id="259" r:id="R15326a15b49d43a1"/>
    <p:sldId xmlns:r="http://schemas.openxmlformats.org/officeDocument/2006/relationships" id="260" r:id="R1c0c7fb133d0446f"/>
    <p:sldId xmlns:r="http://schemas.openxmlformats.org/officeDocument/2006/relationships" id="261" r:id="R17e528ab7dec43dc"/>
    <p:sldId xmlns:r="http://schemas.openxmlformats.org/officeDocument/2006/relationships" id="262" r:id="R0d005f79b64641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15ea3f6ba3486a" /><Relationship Type="http://schemas.openxmlformats.org/officeDocument/2006/relationships/slideMaster" Target="/ppt/slideMasters/slideMaster1.xml" Id="R2b0045472e6e4f81" /><Relationship Type="http://schemas.openxmlformats.org/officeDocument/2006/relationships/notesMaster" Target="/ppt/notesMasters/notesMaster1.xml" Id="R96f39ac169b84280" /><Relationship Type="http://schemas.openxmlformats.org/officeDocument/2006/relationships/presProps" Target="/ppt/presProps.xml" Id="R05cfd658edce4b9a" /><Relationship Type="http://schemas.openxmlformats.org/officeDocument/2006/relationships/tableStyles" Target="/ppt/tableStyles.xml" Id="R2ffc7f3fe6654292" /><Relationship Type="http://schemas.openxmlformats.org/officeDocument/2006/relationships/slide" Target="/ppt/slides/slide1.xml" Id="Re77364a8b7634673" /><Relationship Type="http://schemas.openxmlformats.org/officeDocument/2006/relationships/slide" Target="/ppt/slides/slide2.xml" Id="Rb945540fd8844a79" /><Relationship Type="http://schemas.openxmlformats.org/officeDocument/2006/relationships/slide" Target="/ppt/slides/slide3.xml" Id="R4fa80074d0434983" /><Relationship Type="http://schemas.openxmlformats.org/officeDocument/2006/relationships/slide" Target="/ppt/slides/slide4.xml" Id="R15326a15b49d43a1" /><Relationship Type="http://schemas.openxmlformats.org/officeDocument/2006/relationships/slide" Target="/ppt/slides/slide5.xml" Id="R1c0c7fb133d0446f" /><Relationship Type="http://schemas.openxmlformats.org/officeDocument/2006/relationships/slide" Target="/ppt/slides/slide6.xml" Id="R17e528ab7dec43dc" /><Relationship Type="http://schemas.openxmlformats.org/officeDocument/2006/relationships/slide" Target="/ppt/slides/slide7.xml" Id="R0d005f79b64641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25271bf52442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10f2eb33c4ed9" /><Relationship Type="http://schemas.openxmlformats.org/officeDocument/2006/relationships/notesMaster" Target="/ppt/notesMasters/notesMaster1.xml" Id="R13b25f4e2efc4a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e5c716001a46a3" /><Relationship Type="http://schemas.openxmlformats.org/officeDocument/2006/relationships/notesMaster" Target="/ppt/notesMasters/notesMaster1.xml" Id="R581debcf2b3c41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0c8ccca5b4e50" /><Relationship Type="http://schemas.openxmlformats.org/officeDocument/2006/relationships/notesMaster" Target="/ppt/notesMasters/notesMaster1.xml" Id="Rf2899b957c5941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c8bd686091423e" /><Relationship Type="http://schemas.openxmlformats.org/officeDocument/2006/relationships/notesMaster" Target="/ppt/notesMasters/notesMaster1.xml" Id="R53630137463746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441ad9cb7847f9" /><Relationship Type="http://schemas.openxmlformats.org/officeDocument/2006/relationships/notesMaster" Target="/ppt/notesMasters/notesMaster1.xml" Id="Rf668a34ae5f6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64d02564714a3c" /><Relationship Type="http://schemas.openxmlformats.org/officeDocument/2006/relationships/notesMaster" Target="/ppt/notesMasters/notesMaster1.xml" Id="R98e4d0c56fe444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1be21a1210412b" /><Relationship Type="http://schemas.openxmlformats.org/officeDocument/2006/relationships/notesMaster" Target="/ppt/notesMasters/notesMaster1.xml" Id="R0732185d61e2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outcome. DayShape helps people use free time in ways that feel meaningful, without turning planning into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planning tools stop at availability. An empty evening is not the same as a clear decision. DayShape starts with what the person needs right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interaction. It avoids a long questionnaire and gives users a direct way to describe their current state. Mention the two axes: want and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preferences, DayShape checks the practical boundary: time. The calendar view makes the recommendation window transparent and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brief in the live pitch. We search for event options, use AI-assisted matching, and filter against availability. The user sees what the product is doing.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59-second DayShape demo here. Let the results screen breathe, then transition to the final plan. Keep the phone on silent and use its speaker notes only as a timing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outcome: a plan the person can actually follow. Invite questions after the final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87a7158964c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5a2a4d98a641a8" /><Relationship Type="http://schemas.openxmlformats.org/officeDocument/2006/relationships/slideLayout" Target="/ppt/slideLayouts/slideLayout1.xml" Id="Ra0dd069705de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d069705de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4fb26982e4bba" /><Relationship Type="http://schemas.openxmlformats.org/officeDocument/2006/relationships/image" Target="/ppt/media/image.png" Id="R0ddc81fb4fed4fb0" /><Relationship Type="http://schemas.openxmlformats.org/officeDocument/2006/relationships/notesSlide" Target="/ppt/notesSlides/notesSlide1.xml" Id="R0cfc849b6c06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2ecee0cae4ea9" /><Relationship Type="http://schemas.openxmlformats.org/officeDocument/2006/relationships/image" Target="/ppt/media/image2.png" Id="R5373fddfb8b34dc1" /><Relationship Type="http://schemas.openxmlformats.org/officeDocument/2006/relationships/notesSlide" Target="/ppt/notesSlides/notesSlide2.xml" Id="Rfe5e796be85e40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c3a3a839440d" /><Relationship Type="http://schemas.openxmlformats.org/officeDocument/2006/relationships/image" Target="/ppt/media/image3.png" Id="R6a84e3f5362847bc" /><Relationship Type="http://schemas.openxmlformats.org/officeDocument/2006/relationships/notesSlide" Target="/ppt/notesSlides/notesSlide3.xml" Id="Rf73d296fe04c49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9ada59b0f41b9" /><Relationship Type="http://schemas.openxmlformats.org/officeDocument/2006/relationships/image" Target="/ppt/media/image4.png" Id="R0a78e0b57e6b4443" /><Relationship Type="http://schemas.openxmlformats.org/officeDocument/2006/relationships/notesSlide" Target="/ppt/notesSlides/notesSlide4.xml" Id="R220ff2fc0e784b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b5b1e40e44af7" /><Relationship Type="http://schemas.openxmlformats.org/officeDocument/2006/relationships/image" Target="/ppt/media/image5.png" Id="Rba6204efbbfb493e" /><Relationship Type="http://schemas.openxmlformats.org/officeDocument/2006/relationships/notesSlide" Target="/ppt/notesSlides/notesSlide5.xml" Id="R6eb12a29032648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819056ed146f3" /><Relationship Type="http://schemas.openxmlformats.org/officeDocument/2006/relationships/image" Target="/ppt/media/image6.png" Id="R5323abcad0884db9" /><Relationship Type="http://schemas.openxmlformats.org/officeDocument/2006/relationships/notesSlide" Target="/ppt/notesSlides/notesSlide6.xml" Id="R102c88284f01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edc6b32df48ec" /><Relationship Type="http://schemas.openxmlformats.org/officeDocument/2006/relationships/image" Target="/ppt/media/image7.png" Id="R415570d3449246fb" /><Relationship Type="http://schemas.openxmlformats.org/officeDocument/2006/relationships/notesSlide" Target="/ppt/notesSlides/notesSlide7.xml" Id="R6977ee1ed32145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2F6C1-3B40-476E-820F-CAE1C15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175CF-3438-4278-9053-16EDA9E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Make free time</a:t>
            </a:r>
          </a:p>
          <a:p xmlns:a="http://schemas.openxmlformats.org/drawingml/2006/main">
            <a:pPr>
              <a:def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feel well spent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50E7C-AAC1-4678-A242-2F5E4EA8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A calmer way to choose what to do, based on what you want and the energy you have.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AD7D-427B-4650-BAFA-EC5C000E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Hackathon pitch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c81fb4fed4fb0"/>
          <a:srcRect xmlns:a="http://schemas.openxmlformats.org/drawingml/2006/main" l="19289" t="0" r="19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477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956100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F4E48-2870-4B3B-AA45-D97A466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1F279-A22D-4F22-8A9B-03968EE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A1BB2-3D86-49D5-BAF4-009EF7A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Free time creates a</a:t>
            </a:r>
          </a:p>
          <a:p xmlns:a="http://schemas.openxmlformats.org/drawingml/2006/main">
            <a:pPr>
              <a:def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decision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27335-38E5-455F-A6A0-15DC7D9E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When the day opens up, people still need to answer three personal questions: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9DAFF-D17F-474D-B6EE-163E3E4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do I actually want?</a:t>
            </a:r>
          </a:p>
          <a:p xmlns:a="http://schemas.openxmlformats.org/drawingml/2006/main">
            <a:pPr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do I have energy for?</a:t>
            </a:r>
          </a:p>
          <a:p xmlns:a="http://schemas.openxmlformats.org/drawingml/2006/main">
            <a:pPr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can fit today?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3fddfb8b34dc1"/>
          <a:srcRect xmlns:a="http://schemas.openxmlformats.org/drawingml/2006/main" l="13518" t="0" r="13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19250"/>
            <a:ext cx="4381500" cy="3095625"/>
          </a:xfrm>
          <a:prstGeom xmlns:a="http://schemas.openxmlformats.org/drawingml/2006/main" prst="roundRect">
            <a:avLst>
              <a:gd name="adj" fmla="val 36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0D4A3-CBA1-4F4F-82D8-2B69D72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A calendar can show an empty slot. It cannot tell you how to spend it.</a:t>
            </a:r>
          </a:p>
        </p:txBody>
      </p:sp>
    </p:spTree>
    <p:extLst>
      <p:ext uri="{BB962C8B-B14F-4D97-AF65-F5344CB8AC3E}">
        <p14:creationId xmlns:p14="http://schemas.microsoft.com/office/powerpoint/2010/main" val="181585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1459D-94D1-4DFC-8B53-62A7DE3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985A-76F5-4F29-9FFB-2F23B2C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47B80-684E-4E9D-88EA-42611684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38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The mood map makes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preferences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2E1FE-BBBA-4205-9825-45658C8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Each icon sits on two simple axes: how much the person wants it and how much capacity they have for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31AC7-F99E-4A29-A99A-B0544C2A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In the demo, Focus, Novelty, Connection, and Movement all move. The selected icon updates the explanation beside it.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4e3f5362847bc"/>
          <a:srcRect xmlns:a="http://schemas.openxmlformats.org/drawingml/2006/main" l="15259" t="0" r="1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1104900"/>
            <a:ext cx="5905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837220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E8ED3-76EF-495B-8E72-FDDA05F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06555-5890-40CD-980F-1EAB3F1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3677-1F27-48BD-AAD2-F535E54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Availability adds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real-world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40F09-909D-4691-B12A-4C656BB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The user chooses open time, connects a calendar if they want, and can override individual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F4D93-EE5B-4834-8253-98442ACB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The goal is a plan that fits the evening, not another list to browse.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8e0b57e6b4443"/>
          <a:srcRect xmlns:a="http://schemas.openxmlformats.org/drawingml/2006/main" l="14979" t="0" r="14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104900"/>
            <a:ext cx="595312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131724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21133-0B1B-46D5-B125-B07894CA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B104-01C4-482A-B67F-62FCD7B8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0A5F-4980-473A-8EF2-079698A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429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Matching combines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context and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DF88B-23B8-4676-B617-7CA0335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DayShape considers mood, capacity, available time, and location before ranking local activities.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98CD8-64CB-468C-BC65-227D6B9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52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The interface makes the matching process visible, so the recommendation does not feel like a black box.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204efbbfb493e"/>
          <a:srcRect xmlns:a="http://schemas.openxmlformats.org/drawingml/2006/main" l="15259" t="0" r="1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104900"/>
            <a:ext cx="5905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446859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A978A-C465-46A3-A465-DDC0520C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F0B5-57CC-440F-85D0-F331CEB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4C16-8EB9-481C-B5FB-135564B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Recommendations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with a reason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EBF0-0742-40EE-A7A0-7847D4D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29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Each pick shows time, distance, cost, tags, and a match score. The user can see why it belongs in their evening.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3B2CB-3773-4814-A7CE-BE0E7CF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Live demo cue</a:t>
            </a:r>
          </a:p>
          <a:p xmlns:a="http://schemas.openxmlformats.org/drawingml/2006/main">
            <a:pPr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Play the DayShape video here. It stays on each screen long enough to narrate the flow.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3abcad0884db9"/>
          <a:srcRect xmlns:a="http://schemas.openxmlformats.org/drawingml/2006/main" l="14419" t="0" r="14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104900"/>
            <a:ext cx="604837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318187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F0ECE-9BA0-4CE8-AD21-A2564D7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457D7-91BD-4EA1-862C-47B216E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B5F3D-6C99-4E95-A921-5A4934F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A better answer to</a:t>
            </a:r>
          </a:p>
          <a:p xmlns:a="http://schemas.openxmlformats.org/drawingml/2006/main">
            <a:pPr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“What should I do tonight?”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78173-FB39-4B96-8A22-5808914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DayShape turns an open slot into a plan that fits the person, the moment, and the city around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80F55-435D-415D-A764-120767F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Time well spent feels different.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570d3449246fb"/>
          <a:srcRect xmlns:a="http://schemas.openxmlformats.org/drawingml/2006/main" l="19069" t="0" r="19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047750"/>
            <a:ext cx="542925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</p:spTree>
    <p:extLst>
      <p:ext uri="{BB962C8B-B14F-4D97-AF65-F5344CB8AC3E}">
        <p14:creationId xmlns:p14="http://schemas.microsoft.com/office/powerpoint/2010/main" val="1313942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2026-09-10T13:02:25.6110000Z</dcterms:created>
  <dcterms:modified xsi:type="dcterms:W3CDTF">2026-09-10T13:02:25.6110000Z</dcterms:modified>
</coreProperties>
</file>